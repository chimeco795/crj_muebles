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A4D95-8DB6-4A7C-9CFB-C110789ED067}" v="16" dt="2025-11-26T18:50:42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61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Antonio Rojas Suarez" userId="494e8214-07ff-4f59-9e41-be08c71aac8f" providerId="ADAL" clId="{8A77C21D-C9A8-48BD-BE31-D56A7F2EF17A}"/>
    <pc:docChg chg="undo custSel addSld modSld sldOrd">
      <pc:chgData name="Cristian Antonio Rojas Suarez" userId="494e8214-07ff-4f59-9e41-be08c71aac8f" providerId="ADAL" clId="{8A77C21D-C9A8-48BD-BE31-D56A7F2EF17A}" dt="2025-11-26T22:55:56.258" v="602" actId="680"/>
      <pc:docMkLst>
        <pc:docMk/>
      </pc:docMkLst>
      <pc:sldChg chg="addSp delSp modSp new mod modClrScheme chgLayout">
        <pc:chgData name="Cristian Antonio Rojas Suarez" userId="494e8214-07ff-4f59-9e41-be08c71aac8f" providerId="ADAL" clId="{8A77C21D-C9A8-48BD-BE31-D56A7F2EF17A}" dt="2025-11-26T15:11:36.760" v="5" actId="1076"/>
        <pc:sldMkLst>
          <pc:docMk/>
          <pc:sldMk cId="3188753274" sldId="256"/>
        </pc:sldMkLst>
        <pc:spChg chg="del">
          <ac:chgData name="Cristian Antonio Rojas Suarez" userId="494e8214-07ff-4f59-9e41-be08c71aac8f" providerId="ADAL" clId="{8A77C21D-C9A8-48BD-BE31-D56A7F2EF17A}" dt="2025-11-26T15:11:19.104" v="1" actId="700"/>
          <ac:spMkLst>
            <pc:docMk/>
            <pc:sldMk cId="3188753274" sldId="256"/>
            <ac:spMk id="2" creationId="{D69382BA-68B4-FEA6-D01E-B7149CC8B69B}"/>
          </ac:spMkLst>
        </pc:spChg>
        <pc:spChg chg="del">
          <ac:chgData name="Cristian Antonio Rojas Suarez" userId="494e8214-07ff-4f59-9e41-be08c71aac8f" providerId="ADAL" clId="{8A77C21D-C9A8-48BD-BE31-D56A7F2EF17A}" dt="2025-11-26T15:11:19.104" v="1" actId="700"/>
          <ac:spMkLst>
            <pc:docMk/>
            <pc:sldMk cId="3188753274" sldId="256"/>
            <ac:spMk id="3" creationId="{73C87F6B-12E9-3AE7-BC80-B87ED5E81505}"/>
          </ac:spMkLst>
        </pc:spChg>
        <pc:picChg chg="add mod">
          <ac:chgData name="Cristian Antonio Rojas Suarez" userId="494e8214-07ff-4f59-9e41-be08c71aac8f" providerId="ADAL" clId="{8A77C21D-C9A8-48BD-BE31-D56A7F2EF17A}" dt="2025-11-26T15:11:21.307" v="3" actId="1076"/>
          <ac:picMkLst>
            <pc:docMk/>
            <pc:sldMk cId="3188753274" sldId="256"/>
            <ac:picMk id="5" creationId="{0BC4950A-C1E4-5A82-46D3-CC08A4C43783}"/>
          </ac:picMkLst>
        </pc:picChg>
        <pc:picChg chg="add mod">
          <ac:chgData name="Cristian Antonio Rojas Suarez" userId="494e8214-07ff-4f59-9e41-be08c71aac8f" providerId="ADAL" clId="{8A77C21D-C9A8-48BD-BE31-D56A7F2EF17A}" dt="2025-11-26T15:11:36.760" v="5" actId="1076"/>
          <ac:picMkLst>
            <pc:docMk/>
            <pc:sldMk cId="3188753274" sldId="256"/>
            <ac:picMk id="7" creationId="{DAC0509D-9AB8-AB80-401B-22C6C8CF2B86}"/>
          </ac:picMkLst>
        </pc:picChg>
      </pc:sldChg>
      <pc:sldChg chg="addSp modSp new mod ord">
        <pc:chgData name="Cristian Antonio Rojas Suarez" userId="494e8214-07ff-4f59-9e41-be08c71aac8f" providerId="ADAL" clId="{8A77C21D-C9A8-48BD-BE31-D56A7F2EF17A}" dt="2025-11-26T15:19:45.197" v="17"/>
        <pc:sldMkLst>
          <pc:docMk/>
          <pc:sldMk cId="489099253" sldId="257"/>
        </pc:sldMkLst>
        <pc:spChg chg="add mod">
          <ac:chgData name="Cristian Antonio Rojas Suarez" userId="494e8214-07ff-4f59-9e41-be08c71aac8f" providerId="ADAL" clId="{8A77C21D-C9A8-48BD-BE31-D56A7F2EF17A}" dt="2025-11-26T15:15:13.380" v="12" actId="1076"/>
          <ac:spMkLst>
            <pc:docMk/>
            <pc:sldMk cId="489099253" sldId="257"/>
            <ac:spMk id="5" creationId="{BDCD3919-D153-DD4D-F0DF-7C3D75054454}"/>
          </ac:spMkLst>
        </pc:spChg>
        <pc:picChg chg="add mod">
          <ac:chgData name="Cristian Antonio Rojas Suarez" userId="494e8214-07ff-4f59-9e41-be08c71aac8f" providerId="ADAL" clId="{8A77C21D-C9A8-48BD-BE31-D56A7F2EF17A}" dt="2025-11-26T15:12:09.027" v="10" actId="1076"/>
          <ac:picMkLst>
            <pc:docMk/>
            <pc:sldMk cId="489099253" sldId="257"/>
            <ac:picMk id="3" creationId="{4AA1A7AB-E7E7-C7BE-36E9-B6E8485C087E}"/>
          </ac:picMkLst>
        </pc:picChg>
      </pc:sldChg>
      <pc:sldChg chg="addSp new mod">
        <pc:chgData name="Cristian Antonio Rojas Suarez" userId="494e8214-07ff-4f59-9e41-be08c71aac8f" providerId="ADAL" clId="{8A77C21D-C9A8-48BD-BE31-D56A7F2EF17A}" dt="2025-11-26T15:17:39.932" v="14" actId="22"/>
        <pc:sldMkLst>
          <pc:docMk/>
          <pc:sldMk cId="3799797399" sldId="258"/>
        </pc:sldMkLst>
        <pc:picChg chg="add">
          <ac:chgData name="Cristian Antonio Rojas Suarez" userId="494e8214-07ff-4f59-9e41-be08c71aac8f" providerId="ADAL" clId="{8A77C21D-C9A8-48BD-BE31-D56A7F2EF17A}" dt="2025-11-26T15:17:39.932" v="14" actId="22"/>
          <ac:picMkLst>
            <pc:docMk/>
            <pc:sldMk cId="3799797399" sldId="258"/>
            <ac:picMk id="3" creationId="{421E167A-6B0E-F9BB-230D-1E19A074AC33}"/>
          </ac:picMkLst>
        </pc:picChg>
      </pc:sldChg>
      <pc:sldChg chg="addSp modSp new mod">
        <pc:chgData name="Cristian Antonio Rojas Suarez" userId="494e8214-07ff-4f59-9e41-be08c71aac8f" providerId="ADAL" clId="{8A77C21D-C9A8-48BD-BE31-D56A7F2EF17A}" dt="2025-11-26T16:05:45.219" v="26" actId="1076"/>
        <pc:sldMkLst>
          <pc:docMk/>
          <pc:sldMk cId="723712213" sldId="259"/>
        </pc:sldMkLst>
        <pc:spChg chg="add">
          <ac:chgData name="Cristian Antonio Rojas Suarez" userId="494e8214-07ff-4f59-9e41-be08c71aac8f" providerId="ADAL" clId="{8A77C21D-C9A8-48BD-BE31-D56A7F2EF17A}" dt="2025-11-26T16:04:50.152" v="18"/>
          <ac:spMkLst>
            <pc:docMk/>
            <pc:sldMk cId="723712213" sldId="259"/>
            <ac:spMk id="2" creationId="{514B8CF3-7F31-66C0-D9E7-09ABAFDCEAD4}"/>
          </ac:spMkLst>
        </pc:spChg>
        <pc:picChg chg="add mod modCrop">
          <ac:chgData name="Cristian Antonio Rojas Suarez" userId="494e8214-07ff-4f59-9e41-be08c71aac8f" providerId="ADAL" clId="{8A77C21D-C9A8-48BD-BE31-D56A7F2EF17A}" dt="2025-11-26T16:05:31.823" v="23" actId="732"/>
          <ac:picMkLst>
            <pc:docMk/>
            <pc:sldMk cId="723712213" sldId="259"/>
            <ac:picMk id="4" creationId="{5E3E1AB4-66B5-78C9-C53A-B64A73D1E3B3}"/>
          </ac:picMkLst>
        </pc:picChg>
        <pc:picChg chg="add mod modCrop">
          <ac:chgData name="Cristian Antonio Rojas Suarez" userId="494e8214-07ff-4f59-9e41-be08c71aac8f" providerId="ADAL" clId="{8A77C21D-C9A8-48BD-BE31-D56A7F2EF17A}" dt="2025-11-26T16:05:45.219" v="26" actId="1076"/>
          <ac:picMkLst>
            <pc:docMk/>
            <pc:sldMk cId="723712213" sldId="259"/>
            <ac:picMk id="6" creationId="{23A68582-44C2-96C3-96BA-4A08CE56C521}"/>
          </ac:picMkLst>
        </pc:picChg>
      </pc:sldChg>
      <pc:sldChg chg="addSp new mod">
        <pc:chgData name="Cristian Antonio Rojas Suarez" userId="494e8214-07ff-4f59-9e41-be08c71aac8f" providerId="ADAL" clId="{8A77C21D-C9A8-48BD-BE31-D56A7F2EF17A}" dt="2025-11-26T16:54:53.353" v="28" actId="22"/>
        <pc:sldMkLst>
          <pc:docMk/>
          <pc:sldMk cId="3497129688" sldId="260"/>
        </pc:sldMkLst>
        <pc:picChg chg="add">
          <ac:chgData name="Cristian Antonio Rojas Suarez" userId="494e8214-07ff-4f59-9e41-be08c71aac8f" providerId="ADAL" clId="{8A77C21D-C9A8-48BD-BE31-D56A7F2EF17A}" dt="2025-11-26T16:54:53.353" v="28" actId="22"/>
          <ac:picMkLst>
            <pc:docMk/>
            <pc:sldMk cId="3497129688" sldId="260"/>
            <ac:picMk id="3" creationId="{79DD081F-AACC-9546-290A-DA4FF1EF3979}"/>
          </ac:picMkLst>
        </pc:picChg>
      </pc:sldChg>
      <pc:sldChg chg="addSp new mod">
        <pc:chgData name="Cristian Antonio Rojas Suarez" userId="494e8214-07ff-4f59-9e41-be08c71aac8f" providerId="ADAL" clId="{8A77C21D-C9A8-48BD-BE31-D56A7F2EF17A}" dt="2025-11-26T17:38:37.003" v="30" actId="22"/>
        <pc:sldMkLst>
          <pc:docMk/>
          <pc:sldMk cId="1725847227" sldId="261"/>
        </pc:sldMkLst>
        <pc:picChg chg="add">
          <ac:chgData name="Cristian Antonio Rojas Suarez" userId="494e8214-07ff-4f59-9e41-be08c71aac8f" providerId="ADAL" clId="{8A77C21D-C9A8-48BD-BE31-D56A7F2EF17A}" dt="2025-11-26T17:38:37.003" v="30" actId="22"/>
          <ac:picMkLst>
            <pc:docMk/>
            <pc:sldMk cId="1725847227" sldId="261"/>
            <ac:picMk id="3" creationId="{3DBA931E-AA2E-1F8B-8D51-B9EC37428DB9}"/>
          </ac:picMkLst>
        </pc:picChg>
      </pc:sldChg>
      <pc:sldChg chg="addSp delSp modSp new mod">
        <pc:chgData name="Cristian Antonio Rojas Suarez" userId="494e8214-07ff-4f59-9e41-be08c71aac8f" providerId="ADAL" clId="{8A77C21D-C9A8-48BD-BE31-D56A7F2EF17A}" dt="2025-11-26T18:54:11.614" v="595" actId="14100"/>
        <pc:sldMkLst>
          <pc:docMk/>
          <pc:sldMk cId="2408267732" sldId="262"/>
        </pc:sldMkLst>
        <pc:spChg chg="add mod">
          <ac:chgData name="Cristian Antonio Rojas Suarez" userId="494e8214-07ff-4f59-9e41-be08c71aac8f" providerId="ADAL" clId="{8A77C21D-C9A8-48BD-BE31-D56A7F2EF17A}" dt="2025-11-26T18:54:11.614" v="595" actId="14100"/>
          <ac:spMkLst>
            <pc:docMk/>
            <pc:sldMk cId="2408267732" sldId="262"/>
            <ac:spMk id="4" creationId="{1114C39C-02AB-C7F8-A69C-297C097F4295}"/>
          </ac:spMkLst>
        </pc:spChg>
        <pc:spChg chg="add del mod">
          <ac:chgData name="Cristian Antonio Rojas Suarez" userId="494e8214-07ff-4f59-9e41-be08c71aac8f" providerId="ADAL" clId="{8A77C21D-C9A8-48BD-BE31-D56A7F2EF17A}" dt="2025-11-26T18:14:36.583" v="107" actId="478"/>
          <ac:spMkLst>
            <pc:docMk/>
            <pc:sldMk cId="2408267732" sldId="262"/>
            <ac:spMk id="5" creationId="{32C7C8CF-52B6-42B9-A618-C360BA9F349B}"/>
          </ac:spMkLst>
        </pc:spChg>
        <pc:spChg chg="add mod">
          <ac:chgData name="Cristian Antonio Rojas Suarez" userId="494e8214-07ff-4f59-9e41-be08c71aac8f" providerId="ADAL" clId="{8A77C21D-C9A8-48BD-BE31-D56A7F2EF17A}" dt="2025-11-26T18:53:59.497" v="593" actId="14100"/>
          <ac:spMkLst>
            <pc:docMk/>
            <pc:sldMk cId="2408267732" sldId="262"/>
            <ac:spMk id="6" creationId="{7A5F0C17-32CC-E4FB-82EE-475649D1BE17}"/>
          </ac:spMkLst>
        </pc:spChg>
        <pc:spChg chg="add mod">
          <ac:chgData name="Cristian Antonio Rojas Suarez" userId="494e8214-07ff-4f59-9e41-be08c71aac8f" providerId="ADAL" clId="{8A77C21D-C9A8-48BD-BE31-D56A7F2EF17A}" dt="2025-11-26T18:46:31.397" v="502" actId="1076"/>
          <ac:spMkLst>
            <pc:docMk/>
            <pc:sldMk cId="2408267732" sldId="262"/>
            <ac:spMk id="7" creationId="{D879BFA0-95DE-6967-E7E5-FE1357791CE8}"/>
          </ac:spMkLst>
        </pc:spChg>
        <pc:spChg chg="add mod">
          <ac:chgData name="Cristian Antonio Rojas Suarez" userId="494e8214-07ff-4f59-9e41-be08c71aac8f" providerId="ADAL" clId="{8A77C21D-C9A8-48BD-BE31-D56A7F2EF17A}" dt="2025-11-26T18:46:31.397" v="502" actId="1076"/>
          <ac:spMkLst>
            <pc:docMk/>
            <pc:sldMk cId="2408267732" sldId="262"/>
            <ac:spMk id="8" creationId="{519CF388-D68E-A006-1918-054DCD7D61D1}"/>
          </ac:spMkLst>
        </pc:spChg>
        <pc:spChg chg="add mod">
          <ac:chgData name="Cristian Antonio Rojas Suarez" userId="494e8214-07ff-4f59-9e41-be08c71aac8f" providerId="ADAL" clId="{8A77C21D-C9A8-48BD-BE31-D56A7F2EF17A}" dt="2025-11-26T18:46:31.397" v="502" actId="1076"/>
          <ac:spMkLst>
            <pc:docMk/>
            <pc:sldMk cId="2408267732" sldId="262"/>
            <ac:spMk id="9" creationId="{F9D125C3-506F-90AE-8386-D79BB7742F32}"/>
          </ac:spMkLst>
        </pc:spChg>
        <pc:spChg chg="add mod">
          <ac:chgData name="Cristian Antonio Rojas Suarez" userId="494e8214-07ff-4f59-9e41-be08c71aac8f" providerId="ADAL" clId="{8A77C21D-C9A8-48BD-BE31-D56A7F2EF17A}" dt="2025-11-26T18:46:31.397" v="502" actId="1076"/>
          <ac:spMkLst>
            <pc:docMk/>
            <pc:sldMk cId="2408267732" sldId="262"/>
            <ac:spMk id="10" creationId="{D076ACEF-A70A-C590-3A84-8AAAEACE48D6}"/>
          </ac:spMkLst>
        </pc:spChg>
        <pc:spChg chg="add mod">
          <ac:chgData name="Cristian Antonio Rojas Suarez" userId="494e8214-07ff-4f59-9e41-be08c71aac8f" providerId="ADAL" clId="{8A77C21D-C9A8-48BD-BE31-D56A7F2EF17A}" dt="2025-11-26T18:28:14.466" v="499" actId="15"/>
          <ac:spMkLst>
            <pc:docMk/>
            <pc:sldMk cId="2408267732" sldId="262"/>
            <ac:spMk id="11" creationId="{33D6BDC3-B006-1B6D-93C5-F1EE5AB94CBF}"/>
          </ac:spMkLst>
        </pc:spChg>
        <pc:spChg chg="add del">
          <ac:chgData name="Cristian Antonio Rojas Suarez" userId="494e8214-07ff-4f59-9e41-be08c71aac8f" providerId="ADAL" clId="{8A77C21D-C9A8-48BD-BE31-D56A7F2EF17A}" dt="2025-11-26T18:25:54.966" v="473" actId="478"/>
          <ac:spMkLst>
            <pc:docMk/>
            <pc:sldMk cId="2408267732" sldId="262"/>
            <ac:spMk id="13" creationId="{4587EC5D-36AF-907D-927A-47119489EFC5}"/>
          </ac:spMkLst>
        </pc:spChg>
        <pc:spChg chg="add">
          <ac:chgData name="Cristian Antonio Rojas Suarez" userId="494e8214-07ff-4f59-9e41-be08c71aac8f" providerId="ADAL" clId="{8A77C21D-C9A8-48BD-BE31-D56A7F2EF17A}" dt="2025-11-26T18:27:35.236" v="488"/>
          <ac:spMkLst>
            <pc:docMk/>
            <pc:sldMk cId="2408267732" sldId="262"/>
            <ac:spMk id="16" creationId="{8814F134-5F21-7CFB-A5F5-05B33874AA2F}"/>
          </ac:spMkLst>
        </pc:spChg>
        <pc:spChg chg="add mod">
          <ac:chgData name="Cristian Antonio Rojas Suarez" userId="494e8214-07ff-4f59-9e41-be08c71aac8f" providerId="ADAL" clId="{8A77C21D-C9A8-48BD-BE31-D56A7F2EF17A}" dt="2025-11-26T18:50:07.960" v="520" actId="20577"/>
          <ac:spMkLst>
            <pc:docMk/>
            <pc:sldMk cId="2408267732" sldId="262"/>
            <ac:spMk id="17" creationId="{8E295C84-C8DB-8D53-6368-CAF57AB8F39D}"/>
          </ac:spMkLst>
        </pc:spChg>
        <pc:spChg chg="add mod">
          <ac:chgData name="Cristian Antonio Rojas Suarez" userId="494e8214-07ff-4f59-9e41-be08c71aac8f" providerId="ADAL" clId="{8A77C21D-C9A8-48BD-BE31-D56A7F2EF17A}" dt="2025-11-26T18:52:00.709" v="537" actId="1076"/>
          <ac:spMkLst>
            <pc:docMk/>
            <pc:sldMk cId="2408267732" sldId="262"/>
            <ac:spMk id="18" creationId="{453DA201-505F-8724-C84B-AB64BDFA1C27}"/>
          </ac:spMkLst>
        </pc:spChg>
        <pc:spChg chg="add mod ord">
          <ac:chgData name="Cristian Antonio Rojas Suarez" userId="494e8214-07ff-4f59-9e41-be08c71aac8f" providerId="ADAL" clId="{8A77C21D-C9A8-48BD-BE31-D56A7F2EF17A}" dt="2025-11-26T18:52:37.009" v="580" actId="207"/>
          <ac:spMkLst>
            <pc:docMk/>
            <pc:sldMk cId="2408267732" sldId="262"/>
            <ac:spMk id="19" creationId="{CA1BEDE3-6ED8-6A27-B8D0-447D0E719BB4}"/>
          </ac:spMkLst>
        </pc:spChg>
        <pc:picChg chg="add del mod ord">
          <ac:chgData name="Cristian Antonio Rojas Suarez" userId="494e8214-07ff-4f59-9e41-be08c71aac8f" providerId="ADAL" clId="{8A77C21D-C9A8-48BD-BE31-D56A7F2EF17A}" dt="2025-11-26T18:52:59.289" v="581" actId="167"/>
          <ac:picMkLst>
            <pc:docMk/>
            <pc:sldMk cId="2408267732" sldId="262"/>
            <ac:picMk id="3" creationId="{2FD0CFA1-72FE-4951-A566-C79F41BA1A73}"/>
          </ac:picMkLst>
        </pc:picChg>
        <pc:picChg chg="add del mod ord">
          <ac:chgData name="Cristian Antonio Rojas Suarez" userId="494e8214-07ff-4f59-9e41-be08c71aac8f" providerId="ADAL" clId="{8A77C21D-C9A8-48BD-BE31-D56A7F2EF17A}" dt="2025-11-26T18:26:29.143" v="487" actId="478"/>
          <ac:picMkLst>
            <pc:docMk/>
            <pc:sldMk cId="2408267732" sldId="262"/>
            <ac:picMk id="15" creationId="{7FBD4F76-6CDA-91EE-8BCB-859C319CF34E}"/>
          </ac:picMkLst>
        </pc:picChg>
      </pc:sldChg>
      <pc:sldChg chg="addSp modSp new mod">
        <pc:chgData name="Cristian Antonio Rojas Suarez" userId="494e8214-07ff-4f59-9e41-be08c71aac8f" providerId="ADAL" clId="{8A77C21D-C9A8-48BD-BE31-D56A7F2EF17A}" dt="2025-11-26T19:02:20.600" v="601" actId="1076"/>
        <pc:sldMkLst>
          <pc:docMk/>
          <pc:sldMk cId="3595842273" sldId="263"/>
        </pc:sldMkLst>
        <pc:spChg chg="add mod">
          <ac:chgData name="Cristian Antonio Rojas Suarez" userId="494e8214-07ff-4f59-9e41-be08c71aac8f" providerId="ADAL" clId="{8A77C21D-C9A8-48BD-BE31-D56A7F2EF17A}" dt="2025-11-26T19:02:20.600" v="601" actId="1076"/>
          <ac:spMkLst>
            <pc:docMk/>
            <pc:sldMk cId="3595842273" sldId="263"/>
            <ac:spMk id="3" creationId="{E5361BDF-5E23-41C3-E5B2-93C532AA87D8}"/>
          </ac:spMkLst>
        </pc:spChg>
      </pc:sldChg>
      <pc:sldChg chg="new">
        <pc:chgData name="Cristian Antonio Rojas Suarez" userId="494e8214-07ff-4f59-9e41-be08c71aac8f" providerId="ADAL" clId="{8A77C21D-C9A8-48BD-BE31-D56A7F2EF17A}" dt="2025-11-26T22:55:56.258" v="602" actId="680"/>
        <pc:sldMkLst>
          <pc:docMk/>
          <pc:sldMk cId="1514804820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AF233-4394-6CCC-6948-5EE1A636E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2D9643-C6FC-1E35-F757-4D4E29421B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ACF1B1-9530-361C-7214-24024FBA8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AC06-B56B-41F9-8210-1C74B6562BA0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94106B-A858-A3C8-0AAC-7A9BCDE5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EBF59-5792-4A42-F4FB-114A8142E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C9794-DF6C-44C7-88D6-C85092A02F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7319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A3B10-5B23-B255-C734-0CC74443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6B464A-BB1A-93C9-5116-1948D2512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821408-CC59-07D1-1D6C-B5AFACBB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AC06-B56B-41F9-8210-1C74B6562BA0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31D5CB-2566-0D61-5535-272117044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C8C4AA-E254-7145-EC3E-96974488C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C9794-DF6C-44C7-88D6-C85092A02F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4048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F8EA7-3357-6E6C-37E7-2DDB6EF29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B79973D-92D0-7BFF-3F2C-0EBFB8F2F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139A91-33CB-1143-736D-A2C98441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AC06-B56B-41F9-8210-1C74B6562BA0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478DFF-1F8E-6B1C-8F93-4C50BC36C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51E8FA-5D49-647E-268C-9FBE442E2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C9794-DF6C-44C7-88D6-C85092A02F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5981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E3FE8D-8FB1-2BB9-8D8B-3DFBEB564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F5104E-C182-D9F9-9106-B69A7851DD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03ABA0-E922-2A1A-E143-3C7C6EC4D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15750B-7900-D53C-0031-9AE76F8B4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AC06-B56B-41F9-8210-1C74B6562BA0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6F8935-82B9-F184-DBE4-AC72EE79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751AE2-6CA8-4551-2865-B1759F7F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C9794-DF6C-44C7-88D6-C85092A02F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7939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955F7-3445-58B0-08EF-0B6CE4A7A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9DE7A4-DB43-BC5F-3721-27F056DFB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DC6CF7-C125-63C7-FD5A-7CC265082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82DF81-48A1-BE72-F160-E8F1078430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B278EA8-5A21-ABAB-EB16-50A352D69F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6C4A300-2ABA-459A-6105-2F6B0A963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AC06-B56B-41F9-8210-1C74B6562BA0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C38E6DE-9E39-2CDB-9BD6-8B61AEA9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AB9520-5096-268C-E028-CA06308DB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C9794-DF6C-44C7-88D6-C85092A02F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491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0DFE0-A588-5D1A-80CE-E20FBFCB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72CB4C5-6365-03B7-DE83-B98E7CEDF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AC06-B56B-41F9-8210-1C74B6562BA0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B93D4D-255B-24C5-4861-A52463174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26C1809-AABC-DEA8-A1CF-C7EBC232E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C9794-DF6C-44C7-88D6-C85092A02F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89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39B3CB1-D42F-4DE1-B760-8A6BE5C3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AC06-B56B-41F9-8210-1C74B6562BA0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F23F71-06A1-315A-37D3-0DF4DBED5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AD1095-FD86-EAD3-6F74-6BEEECB21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C9794-DF6C-44C7-88D6-C85092A02F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1661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6F050-86A9-B2EF-D573-7D3CAC2BA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58F95F-2D2B-2ADC-CD34-BA6B4BD22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56A29B-4DA3-BB74-803E-50CEB6E15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AB97AD-1CAB-6814-9365-921052B6E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AC06-B56B-41F9-8210-1C74B6562BA0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D81E02-47BF-489B-D5AE-B0029547C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B8E71D-378D-9DF5-CF42-3716C3E9B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C9794-DF6C-44C7-88D6-C85092A02F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4994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A1B13-CDDA-9288-AA48-FA4E0D5C2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3759D1A-B7CE-900C-190F-46C0021948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5A1616-A03A-4D7C-4CA7-B9BE3704D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34E2B3-8453-010C-5CED-F902EF07F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AC06-B56B-41F9-8210-1C74B6562BA0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AE9617-819D-D521-DDDF-1F574464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E018B2-BA35-41C6-1C4D-045CEA9BE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C9794-DF6C-44C7-88D6-C85092A02F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386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776B6-0C83-E766-F7B7-5B4944ACE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4FE9CB4-CE26-0CD7-F7C9-A38733E1E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61F308-895C-55C3-3E64-9F2DFDFA0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AC06-B56B-41F9-8210-1C74B6562BA0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76223E-F3E9-427B-FFF4-00BD70BE9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A03A3A-A89B-D407-C8B2-C396B8049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C9794-DF6C-44C7-88D6-C85092A02F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8574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EB8B81-3D1E-1A1C-8BDF-B5A71A44A6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AF22CC-3D4D-58CB-B367-B33E28610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025ED4-B1EB-5A1F-F5FE-C90D7E673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8AC06-B56B-41F9-8210-1C74B6562BA0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B87DE-CE73-72CC-4C89-8C21D39E5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209AC5-3FFC-B970-7D59-75CC91BF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C9794-DF6C-44C7-88D6-C85092A02F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36435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6D33B8A-84F8-B1B1-0E9B-65775C09A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643ADB-DC42-68FD-27E2-88CFAC5B6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91CC60-E0EA-FF4B-B142-576A4B4B6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8AC06-B56B-41F9-8210-1C74B6562BA0}" type="datetimeFigureOut">
              <a:rPr lang="es-MX" smtClean="0"/>
              <a:t>26/11/2025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B88F00-CBAE-C7BD-2A6D-A05AA89CB1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467123-6F8A-A96D-1CD3-9D516F5F3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AC9794-DF6C-44C7-88D6-C85092A02FC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925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BC4950A-C1E4-5A82-46D3-CC08A4C43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28" y="461548"/>
            <a:ext cx="5153744" cy="593490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AC0509D-9AB8-AB80-401B-22C6C8CF2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972" y="-1"/>
            <a:ext cx="6990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53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AA1A7AB-E7E7-C7BE-36E9-B6E8485C0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22" y="140965"/>
            <a:ext cx="5229955" cy="462027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DCD3919-D153-DD4D-F0DF-7C3D75054454}"/>
              </a:ext>
            </a:extLst>
          </p:cNvPr>
          <p:cNvSpPr txBox="1"/>
          <p:nvPr/>
        </p:nvSpPr>
        <p:spPr>
          <a:xfrm>
            <a:off x="5548677" y="40604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/>
              <a:t>Sí, este segundo modelo nos da una buena referencia, El Cris.</a:t>
            </a:r>
            <a:br>
              <a:rPr lang="es-ES" dirty="0"/>
            </a:br>
            <a:r>
              <a:rPr lang="es-ES" dirty="0"/>
              <a:t>Yo lo plantearía así (medidas exteriores):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Alto total (con ruedas):</a:t>
            </a:r>
            <a:r>
              <a:rPr lang="es-ES" dirty="0"/>
              <a:t> 80 cm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Largo (frente):</a:t>
            </a:r>
            <a:r>
              <a:rPr lang="es-ES" dirty="0"/>
              <a:t> 65 cm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Fondo:</a:t>
            </a:r>
            <a:r>
              <a:rPr lang="es-ES" dirty="0"/>
              <a:t> 40 cm</a:t>
            </a:r>
          </a:p>
          <a:p>
            <a:pPr>
              <a:buNone/>
            </a:pPr>
            <a:r>
              <a:rPr lang="es-ES" b="1" dirty="0"/>
              <a:t>Estructura (listones):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Patas:</a:t>
            </a:r>
            <a:r>
              <a:rPr lang="es-ES" dirty="0"/>
              <a:t> 4 piezas de 76 × 4 × 3 cm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Travesaños largos (frente y fondo, 3 niveles):</a:t>
            </a:r>
            <a:r>
              <a:rPr lang="es-ES" dirty="0"/>
              <a:t> 6 piezas de 60 × 4 × 3 cm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Travesaños cortos (laterales, 3 niveles):</a:t>
            </a:r>
            <a:r>
              <a:rPr lang="es-ES" dirty="0"/>
              <a:t> 6 piezas de 34 × 4 × 3 cm</a:t>
            </a:r>
          </a:p>
          <a:p>
            <a:pPr>
              <a:buNone/>
            </a:pPr>
            <a:r>
              <a:rPr lang="es-ES" b="1" dirty="0"/>
              <a:t>Charolas (fondos):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Útil cada bandeja:</a:t>
            </a:r>
            <a:r>
              <a:rPr lang="es-ES" dirty="0"/>
              <a:t> ~58 × 38 cm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Distancia entre charolas:</a:t>
            </a:r>
            <a:r>
              <a:rPr lang="es-ES" dirty="0"/>
              <a:t> 27–28 cm</a:t>
            </a:r>
          </a:p>
          <a:p>
            <a:pPr>
              <a:buNone/>
            </a:pPr>
            <a:r>
              <a:rPr lang="es-ES" dirty="0"/>
              <a:t>Con esas medidas te queda muy parecido al de la foto y puedes usar el mismo “esqueleto” para el otro modelo (solo añades la jaladera y el ala abatible).</a:t>
            </a:r>
          </a:p>
        </p:txBody>
      </p:sp>
    </p:spTree>
    <p:extLst>
      <p:ext uri="{BB962C8B-B14F-4D97-AF65-F5344CB8AC3E}">
        <p14:creationId xmlns:p14="http://schemas.microsoft.com/office/powerpoint/2010/main" val="489099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21E167A-6B0E-F9BB-230D-1E19A074A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176" y="604443"/>
            <a:ext cx="11631648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797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9DD081F-AACC-9546-290A-DA4FF1EF3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60" y="509180"/>
            <a:ext cx="11860280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129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DBA931E-AA2E-1F8B-8D51-B9EC37428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23" y="1123628"/>
            <a:ext cx="11669754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47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E3E1AB4-66B5-78C9-C53A-B64A73D1E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08" b="27928"/>
          <a:stretch>
            <a:fillRect/>
          </a:stretch>
        </p:blipFill>
        <p:spPr>
          <a:xfrm>
            <a:off x="2419960" y="2010032"/>
            <a:ext cx="3167539" cy="305623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3A68582-44C2-96C3-96BA-4A08CE56C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92" b="45825"/>
          <a:stretch>
            <a:fillRect/>
          </a:stretch>
        </p:blipFill>
        <p:spPr>
          <a:xfrm>
            <a:off x="6027853" y="2644346"/>
            <a:ext cx="3167539" cy="289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712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FD0CFA1-72FE-4951-A566-C79F41BA1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1225" y="1117309"/>
            <a:ext cx="9486900" cy="5287423"/>
          </a:xfrm>
          <a:prstGeom prst="rect">
            <a:avLst/>
          </a:prstGeom>
        </p:spPr>
      </p:pic>
      <p:sp>
        <p:nvSpPr>
          <p:cNvPr id="19" name="Rectángulo: esquinas diagonales cortadas 18">
            <a:extLst>
              <a:ext uri="{FF2B5EF4-FFF2-40B4-BE49-F238E27FC236}">
                <a16:creationId xmlns:a16="http://schemas.microsoft.com/office/drawing/2014/main" id="{CA1BEDE3-6ED8-6A27-B8D0-447D0E719BB4}"/>
              </a:ext>
            </a:extLst>
          </p:cNvPr>
          <p:cNvSpPr/>
          <p:nvPr/>
        </p:nvSpPr>
        <p:spPr>
          <a:xfrm>
            <a:off x="342900" y="1433581"/>
            <a:ext cx="3295650" cy="585020"/>
          </a:xfrm>
          <a:prstGeom prst="snip2Diag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b="1" dirty="0">
                <a:solidFill>
                  <a:schemeClr val="tx1"/>
                </a:solidFill>
              </a:rPr>
              <a:t>Versión con </a:t>
            </a:r>
          </a:p>
          <a:p>
            <a:r>
              <a:rPr lang="es-MX" b="1" dirty="0">
                <a:solidFill>
                  <a:schemeClr val="tx1"/>
                </a:solidFill>
              </a:rPr>
              <a:t>madera de pino</a:t>
            </a:r>
          </a:p>
        </p:txBody>
      </p:sp>
      <p:sp>
        <p:nvSpPr>
          <p:cNvPr id="4" name="Globo: línea 3">
            <a:extLst>
              <a:ext uri="{FF2B5EF4-FFF2-40B4-BE49-F238E27FC236}">
                <a16:creationId xmlns:a16="http://schemas.microsoft.com/office/drawing/2014/main" id="{1114C39C-02AB-C7F8-A69C-297C097F4295}"/>
              </a:ext>
            </a:extLst>
          </p:cNvPr>
          <p:cNvSpPr/>
          <p:nvPr/>
        </p:nvSpPr>
        <p:spPr>
          <a:xfrm>
            <a:off x="9324976" y="316203"/>
            <a:ext cx="2595176" cy="828675"/>
          </a:xfrm>
          <a:prstGeom prst="borderCallout1">
            <a:avLst>
              <a:gd name="adj1" fmla="val 18750"/>
              <a:gd name="adj2" fmla="val -8333"/>
              <a:gd name="adj3" fmla="val 230112"/>
              <a:gd name="adj4" fmla="val -8433"/>
            </a:avLst>
          </a:prstGeom>
          <a:ln w="1905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Tabla de picado magnética</a:t>
            </a:r>
          </a:p>
          <a:p>
            <a:pPr algn="ctr"/>
            <a:r>
              <a:rPr lang="es-MX" dirty="0"/>
              <a:t>Porta cuchillos magnético</a:t>
            </a:r>
          </a:p>
        </p:txBody>
      </p:sp>
      <p:sp>
        <p:nvSpPr>
          <p:cNvPr id="6" name="Globo: línea doblada 5">
            <a:extLst>
              <a:ext uri="{FF2B5EF4-FFF2-40B4-BE49-F238E27FC236}">
                <a16:creationId xmlns:a16="http://schemas.microsoft.com/office/drawing/2014/main" id="{7A5F0C17-32CC-E4FB-82EE-475649D1BE17}"/>
              </a:ext>
            </a:extLst>
          </p:cNvPr>
          <p:cNvSpPr/>
          <p:nvPr/>
        </p:nvSpPr>
        <p:spPr>
          <a:xfrm>
            <a:off x="6867525" y="939400"/>
            <a:ext cx="1666875" cy="517234"/>
          </a:xfrm>
          <a:prstGeom prst="borderCallout2">
            <a:avLst>
              <a:gd name="adj1" fmla="val 32703"/>
              <a:gd name="adj2" fmla="val -4904"/>
              <a:gd name="adj3" fmla="val 32704"/>
              <a:gd name="adj4" fmla="val -23668"/>
              <a:gd name="adj5" fmla="val 194661"/>
              <a:gd name="adj6" fmla="val -65504"/>
            </a:avLst>
          </a:prstGeom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Charola desmontable</a:t>
            </a:r>
          </a:p>
        </p:txBody>
      </p:sp>
      <p:sp>
        <p:nvSpPr>
          <p:cNvPr id="7" name="Globo: línea doblada 6">
            <a:extLst>
              <a:ext uri="{FF2B5EF4-FFF2-40B4-BE49-F238E27FC236}">
                <a16:creationId xmlns:a16="http://schemas.microsoft.com/office/drawing/2014/main" id="{D879BFA0-95DE-6967-E7E5-FE1357791CE8}"/>
              </a:ext>
            </a:extLst>
          </p:cNvPr>
          <p:cNvSpPr/>
          <p:nvPr/>
        </p:nvSpPr>
        <p:spPr>
          <a:xfrm>
            <a:off x="7800975" y="4305300"/>
            <a:ext cx="2457450" cy="75247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6741"/>
              <a:gd name="adj6" fmla="val -42015"/>
            </a:avLst>
          </a:prstGeom>
          <a:ln w="28575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Contenedor de acero para hielo</a:t>
            </a:r>
          </a:p>
        </p:txBody>
      </p:sp>
      <p:sp>
        <p:nvSpPr>
          <p:cNvPr id="8" name="Globo: línea doblada 7">
            <a:extLst>
              <a:ext uri="{FF2B5EF4-FFF2-40B4-BE49-F238E27FC236}">
                <a16:creationId xmlns:a16="http://schemas.microsoft.com/office/drawing/2014/main" id="{519CF388-D68E-A006-1918-054DCD7D61D1}"/>
              </a:ext>
            </a:extLst>
          </p:cNvPr>
          <p:cNvSpPr/>
          <p:nvPr/>
        </p:nvSpPr>
        <p:spPr>
          <a:xfrm>
            <a:off x="6181725" y="5057775"/>
            <a:ext cx="1485900" cy="41245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6741"/>
              <a:gd name="adj6" fmla="val -42015"/>
            </a:avLst>
          </a:prstGeom>
          <a:ln w="28575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Cava de vino</a:t>
            </a:r>
          </a:p>
        </p:txBody>
      </p:sp>
      <p:sp>
        <p:nvSpPr>
          <p:cNvPr id="9" name="Globo: línea doblada 8">
            <a:extLst>
              <a:ext uri="{FF2B5EF4-FFF2-40B4-BE49-F238E27FC236}">
                <a16:creationId xmlns:a16="http://schemas.microsoft.com/office/drawing/2014/main" id="{F9D125C3-506F-90AE-8386-D79BB7742F32}"/>
              </a:ext>
            </a:extLst>
          </p:cNvPr>
          <p:cNvSpPr/>
          <p:nvPr/>
        </p:nvSpPr>
        <p:spPr>
          <a:xfrm>
            <a:off x="1247775" y="4561863"/>
            <a:ext cx="1485900" cy="702141"/>
          </a:xfrm>
          <a:prstGeom prst="borderCallout2">
            <a:avLst>
              <a:gd name="adj1" fmla="val 27987"/>
              <a:gd name="adj2" fmla="val 101923"/>
              <a:gd name="adj3" fmla="val 22643"/>
              <a:gd name="adj4" fmla="val 135256"/>
              <a:gd name="adj5" fmla="val 77380"/>
              <a:gd name="adj6" fmla="val 162471"/>
            </a:avLst>
          </a:prstGeom>
          <a:ln w="28575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Botellas varias</a:t>
            </a:r>
          </a:p>
        </p:txBody>
      </p:sp>
      <p:sp>
        <p:nvSpPr>
          <p:cNvPr id="10" name="Globo: línea doblada 9">
            <a:extLst>
              <a:ext uri="{FF2B5EF4-FFF2-40B4-BE49-F238E27FC236}">
                <a16:creationId xmlns:a16="http://schemas.microsoft.com/office/drawing/2014/main" id="{D076ACEF-A70A-C590-3A84-8AAAEACE48D6}"/>
              </a:ext>
            </a:extLst>
          </p:cNvPr>
          <p:cNvSpPr/>
          <p:nvPr/>
        </p:nvSpPr>
        <p:spPr>
          <a:xfrm>
            <a:off x="1095375" y="6053661"/>
            <a:ext cx="1485900" cy="702141"/>
          </a:xfrm>
          <a:prstGeom prst="borderCallout2">
            <a:avLst>
              <a:gd name="adj1" fmla="val 27987"/>
              <a:gd name="adj2" fmla="val 101923"/>
              <a:gd name="adj3" fmla="val 28069"/>
              <a:gd name="adj4" fmla="val 125641"/>
              <a:gd name="adj5" fmla="val -2657"/>
              <a:gd name="adj6" fmla="val 147086"/>
            </a:avLst>
          </a:prstGeom>
          <a:ln w="28575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2 Ruedas de goma</a:t>
            </a:r>
          </a:p>
        </p:txBody>
      </p:sp>
      <p:sp>
        <p:nvSpPr>
          <p:cNvPr id="11" name="Flecha: pentágono 10">
            <a:extLst>
              <a:ext uri="{FF2B5EF4-FFF2-40B4-BE49-F238E27FC236}">
                <a16:creationId xmlns:a16="http://schemas.microsoft.com/office/drawing/2014/main" id="{33D6BDC3-B006-1B6D-93C5-F1EE5AB94CBF}"/>
              </a:ext>
            </a:extLst>
          </p:cNvPr>
          <p:cNvSpPr/>
          <p:nvPr/>
        </p:nvSpPr>
        <p:spPr>
          <a:xfrm>
            <a:off x="0" y="0"/>
            <a:ext cx="4457701" cy="1448237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dirty="0"/>
              <a:t>Carrito de servicio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200" dirty="0"/>
              <a:t>Estructura: madera de cedro y Tzalam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200" dirty="0"/>
              <a:t>Entrepaños: MDF de 12 mm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z="1200" dirty="0"/>
              <a:t>Acabados: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MX" sz="1200" dirty="0"/>
              <a:t>Cedro con técnica </a:t>
            </a:r>
            <a:r>
              <a:rPr lang="es-MX" sz="1200" dirty="0" err="1"/>
              <a:t>Shou</a:t>
            </a:r>
            <a:r>
              <a:rPr lang="es-MX" sz="1200" dirty="0"/>
              <a:t> </a:t>
            </a:r>
            <a:r>
              <a:rPr lang="es-MX" sz="1200" dirty="0" err="1"/>
              <a:t>Sugi</a:t>
            </a:r>
            <a:r>
              <a:rPr lang="es-MX" sz="1200" dirty="0"/>
              <a:t> Ban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MX" sz="1200" dirty="0"/>
              <a:t>Tzalam con aceite mineral y cera de abeja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E295C84-C8DB-8D53-6368-CAF57AB8F39D}"/>
              </a:ext>
            </a:extLst>
          </p:cNvPr>
          <p:cNvSpPr txBox="1"/>
          <p:nvPr/>
        </p:nvSpPr>
        <p:spPr>
          <a:xfrm>
            <a:off x="1990725" y="-8397"/>
            <a:ext cx="1306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💲7,000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53DA201-505F-8724-C84B-AB64BDFA1C27}"/>
              </a:ext>
            </a:extLst>
          </p:cNvPr>
          <p:cNvSpPr txBox="1"/>
          <p:nvPr/>
        </p:nvSpPr>
        <p:spPr>
          <a:xfrm>
            <a:off x="2228850" y="1456634"/>
            <a:ext cx="1306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400" dirty="0"/>
              <a:t>💲5,500</a:t>
            </a:r>
          </a:p>
        </p:txBody>
      </p:sp>
    </p:spTree>
    <p:extLst>
      <p:ext uri="{BB962C8B-B14F-4D97-AF65-F5344CB8AC3E}">
        <p14:creationId xmlns:p14="http://schemas.microsoft.com/office/powerpoint/2010/main" val="2408267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4804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361BDF-5E23-41C3-E5B2-93C532AA87D8}"/>
              </a:ext>
            </a:extLst>
          </p:cNvPr>
          <p:cNvSpPr txBox="1"/>
          <p:nvPr/>
        </p:nvSpPr>
        <p:spPr>
          <a:xfrm>
            <a:off x="675503" y="792529"/>
            <a:ext cx="1084099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dirty="0"/>
              <a:t>Carrito de servicio </a:t>
            </a:r>
            <a:r>
              <a:rPr lang="es-ES" b="1" dirty="0"/>
              <a:t>Cedro &amp; Tzalam – Edición Artesanal</a:t>
            </a:r>
          </a:p>
          <a:p>
            <a:pPr>
              <a:buNone/>
            </a:pPr>
            <a:endParaRPr lang="es-ES" dirty="0"/>
          </a:p>
          <a:p>
            <a:pPr>
              <a:buNone/>
            </a:pPr>
            <a:r>
              <a:rPr lang="es-ES" dirty="0"/>
              <a:t>Este carrito de servicio está construido en </a:t>
            </a:r>
            <a:r>
              <a:rPr lang="es-ES" b="1" dirty="0"/>
              <a:t>cedro y </a:t>
            </a:r>
            <a:r>
              <a:rPr lang="es-ES" b="1" dirty="0" err="1"/>
              <a:t>tzalam</a:t>
            </a:r>
            <a:r>
              <a:rPr lang="es-ES" b="1" dirty="0"/>
              <a:t> sólido</a:t>
            </a:r>
            <a:r>
              <a:rPr lang="es-ES" dirty="0"/>
              <a:t>, maderas finas reconocidas por su estabilidad, resistencia y veta decorativa. Cada pieza se trabaja de forma individual, cuidando el sentido de la veta y los ensambles para soportar peso de botellas, cristalería y charolas metálicas sin deformarse con el tiempo.</a:t>
            </a:r>
          </a:p>
          <a:p>
            <a:pPr>
              <a:buNone/>
            </a:pPr>
            <a:r>
              <a:rPr lang="es-ES" dirty="0"/>
              <a:t>El acabado combina dos técnicas: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Cedro con “</a:t>
            </a:r>
            <a:r>
              <a:rPr lang="es-ES" b="1" dirty="0" err="1"/>
              <a:t>Shou</a:t>
            </a:r>
            <a:r>
              <a:rPr lang="es-ES" b="1" dirty="0"/>
              <a:t> </a:t>
            </a:r>
            <a:r>
              <a:rPr lang="es-ES" b="1" dirty="0" err="1"/>
              <a:t>Sugi</a:t>
            </a:r>
            <a:r>
              <a:rPr lang="es-ES" b="1" dirty="0"/>
              <a:t> Ban”</a:t>
            </a:r>
            <a:r>
              <a:rPr lang="es-ES" dirty="0"/>
              <a:t>: técnica tradicional japonesa que consiste en </a:t>
            </a:r>
            <a:r>
              <a:rPr lang="es-ES" b="1" dirty="0"/>
              <a:t>quemar controladamente la superficie de la madera</a:t>
            </a:r>
            <a:r>
              <a:rPr lang="es-ES" dirty="0"/>
              <a:t>, cepillarla y sellarla con aceite. Este proceso sella el poro, la hace </a:t>
            </a:r>
            <a:r>
              <a:rPr lang="es-ES" b="1" dirty="0"/>
              <a:t>más resistente a la humedad, plagas y rayones superficiales</a:t>
            </a:r>
            <a:r>
              <a:rPr lang="es-ES" dirty="0"/>
              <a:t> y resalta una textura profunda y única en cada pieza; no hay dos carritos iguales.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b="1" dirty="0"/>
              <a:t>Tzalam con aceite mineral y cera de abeja</a:t>
            </a:r>
            <a:r>
              <a:rPr lang="es-ES" dirty="0"/>
              <a:t>, que protege el mueble y realza el tono cálido y elegante propio de esta madera tropical.</a:t>
            </a:r>
          </a:p>
          <a:p>
            <a:pPr>
              <a:buNone/>
            </a:pPr>
            <a:r>
              <a:rPr lang="es-ES" dirty="0"/>
              <a:t>El resultado es un carrito de servicio de </a:t>
            </a:r>
            <a:r>
              <a:rPr lang="es-ES" b="1" dirty="0"/>
              <a:t>alto nivel decorativo y funcional</a:t>
            </a:r>
            <a:r>
              <a:rPr lang="es-ES" dirty="0"/>
              <a:t>, pensado para durar muchos años. El precio refleja tanto el costo de las maderas seleccionadas como el </a:t>
            </a:r>
            <a:r>
              <a:rPr lang="es-ES" b="1" dirty="0"/>
              <a:t>tiempo y la mano de obra especializada</a:t>
            </a:r>
            <a:r>
              <a:rPr lang="es-ES" dirty="0"/>
              <a:t> necesarios para aplicar el </a:t>
            </a:r>
            <a:r>
              <a:rPr lang="es-ES" dirty="0" err="1"/>
              <a:t>Shou</a:t>
            </a:r>
            <a:r>
              <a:rPr lang="es-ES" dirty="0"/>
              <a:t> </a:t>
            </a:r>
            <a:r>
              <a:rPr lang="es-ES" dirty="0" err="1"/>
              <a:t>Sugi</a:t>
            </a:r>
            <a:r>
              <a:rPr lang="es-ES" dirty="0"/>
              <a:t> Ban, los acabados a mano y el ensamble preciso de todo el mueble.</a:t>
            </a:r>
          </a:p>
        </p:txBody>
      </p:sp>
    </p:spTree>
    <p:extLst>
      <p:ext uri="{BB962C8B-B14F-4D97-AF65-F5344CB8AC3E}">
        <p14:creationId xmlns:p14="http://schemas.microsoft.com/office/powerpoint/2010/main" val="35958422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428</Words>
  <Application>Microsoft Office PowerPoint</Application>
  <PresentationFormat>Panorámica</PresentationFormat>
  <Paragraphs>36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Antonio Rojas Suarez</dc:creator>
  <cp:lastModifiedBy>Cristian Antonio Rojas Suarez</cp:lastModifiedBy>
  <cp:revision>1</cp:revision>
  <dcterms:created xsi:type="dcterms:W3CDTF">2025-11-26T15:11:01Z</dcterms:created>
  <dcterms:modified xsi:type="dcterms:W3CDTF">2025-11-26T22:56:07Z</dcterms:modified>
</cp:coreProperties>
</file>
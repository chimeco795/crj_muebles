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1C158-92B1-49A4-B4FE-B2D523E78CF1}" v="2" dt="2025-11-26T14:02:14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Antonio Rojas Suarez" userId="494e8214-07ff-4f59-9e41-be08c71aac8f" providerId="ADAL" clId="{8A77C21D-C9A8-48BD-BE31-D56A7F2EF17A}"/>
    <pc:docChg chg="custSel modSld">
      <pc:chgData name="Cristian Antonio Rojas Suarez" userId="494e8214-07ff-4f59-9e41-be08c71aac8f" providerId="ADAL" clId="{8A77C21D-C9A8-48BD-BE31-D56A7F2EF17A}" dt="2025-11-26T14:02:14.560" v="3" actId="478"/>
      <pc:docMkLst>
        <pc:docMk/>
      </pc:docMkLst>
      <pc:sldChg chg="addSp delSp mod">
        <pc:chgData name="Cristian Antonio Rojas Suarez" userId="494e8214-07ff-4f59-9e41-be08c71aac8f" providerId="ADAL" clId="{8A77C21D-C9A8-48BD-BE31-D56A7F2EF17A}" dt="2025-11-26T14:02:14.560" v="3" actId="478"/>
        <pc:sldMkLst>
          <pc:docMk/>
          <pc:sldMk cId="2053239141" sldId="261"/>
        </pc:sldMkLst>
        <pc:spChg chg="add del">
          <ac:chgData name="Cristian Antonio Rojas Suarez" userId="494e8214-07ff-4f59-9e41-be08c71aac8f" providerId="ADAL" clId="{8A77C21D-C9A8-48BD-BE31-D56A7F2EF17A}" dt="2025-11-26T14:01:59.028" v="1" actId="478"/>
          <ac:spMkLst>
            <pc:docMk/>
            <pc:sldMk cId="2053239141" sldId="261"/>
            <ac:spMk id="3" creationId="{FF2A1B2A-53C4-6833-DA6A-A4B27F5C8EDC}"/>
          </ac:spMkLst>
        </pc:spChg>
        <pc:spChg chg="add del">
          <ac:chgData name="Cristian Antonio Rojas Suarez" userId="494e8214-07ff-4f59-9e41-be08c71aac8f" providerId="ADAL" clId="{8A77C21D-C9A8-48BD-BE31-D56A7F2EF17A}" dt="2025-11-26T14:02:14.560" v="3" actId="478"/>
          <ac:spMkLst>
            <pc:docMk/>
            <pc:sldMk cId="2053239141" sldId="261"/>
            <ac:spMk id="4" creationId="{BFF6C044-894F-EDAE-F3BA-0E008A03782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AF47B-305C-64AF-E8E1-82DD33A25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6F8A39-291C-7C97-831D-5DC5418E9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10DFF6-43A5-7013-F478-D008EAEC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DE2FAD-E202-5B25-D305-6DEE9685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AD56B3-EDA1-F3BD-D728-DA5ACC1B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816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2E7A7-EF0C-851A-B841-2605BEA8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8D117-1A56-BE14-B7B5-7BBA38F3E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34464F-3D41-4BA7-08DC-25B97D88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C39E4C-8498-08DD-79B4-1149004D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CECED-5498-0979-0E8A-16FF7E6F1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163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895B1-76F2-112E-1373-38A25BA9C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722AFC-29BE-00BB-D7A3-4FC4B6C6C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5F460-8C51-2D07-9F2C-3EEDAD85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2267E3-2EEB-739B-9005-08D70F1F1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AB9A2-E1BD-5EC1-94BB-93ACFA54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776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73D2B-44AF-7BE7-6DA6-A66A58C6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E71D9-A6EE-97BD-FECC-BBC1D2A4C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61497D-3E02-2FE4-52BD-771490788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37971E-0EE0-61A9-B929-E825E9FE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DA61E-5B14-B3AA-7E01-72EA11C3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1CBDD6-32DA-8083-2B9D-1D8B690D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657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B89B5-B552-81E6-FBD2-F1639822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BC23A5-3327-8612-63AE-07A84CB6D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14E01F-96ED-3ED2-3EE8-7AF8B9304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CE33E0-7B80-3E50-5ADC-93FBBE9C8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2CA496-B237-1409-20C0-4218D6A07D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ED1BB5-D032-F6A3-E8B2-6DBD4466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873E8A-1EB4-A8CA-1277-1A691FB3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FBEC41-8B57-0903-89B0-78E38677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518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1E67C-2CCE-5EA0-2350-99015723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6B2AB5E-7245-ACCD-565D-137E2D33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3DB5C5-3302-1F2B-25A9-3BD5DD86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A00A2C-088A-A95D-DC26-1D213BF6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301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7904E5-DCC9-20A1-F309-03B0B419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48E1AF-7353-73DC-61F4-B917EDEA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E25A4D-1DAD-E84F-3026-30DF6AFE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195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46BD8-7D38-EFEA-43EB-CBD62BF9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1A8B70-2B53-D8DA-B4B9-C26DD5C28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ECF8A-0C59-E1F4-BB01-660E26711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556DE7-6627-89D9-7FF4-B2D6752E0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290EB-E7FE-7234-7922-0A58EDFE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E35646-16AE-FB5A-21DC-599147FA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631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AB1E4-ECF8-8B60-3C4A-C9AB529A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54B9EF-57A3-29FB-2422-CB6744D6B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367C4B-90F0-B362-2C4D-AFBF23558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4FF75F-1BAD-DC85-0DC9-B0F51E2E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D9E6B4-2F9B-49C7-881D-E77BBAA2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F66A0C-345D-75C7-C759-D01808BA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530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BA0A9-189D-B1D3-88FE-4E7BC528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8249E0-ABA2-D360-2186-A74B3FDD4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AE6A68-8CE4-A29A-22BE-0C770FF5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2D1AF7-5563-16FE-39EE-3E120FA2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92450-8926-38B1-79BA-9F0E83DB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2246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1F6324-E95D-A1C3-4C69-0032D95A3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2F0990-271E-EE11-74E1-10D0080DB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F291B-95CF-11E1-6A66-D3413362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C4F994-7C9F-1BCE-3370-A98A27560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D307FE-B8AA-46E2-6A1E-0B842BC9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8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1B82BE-07A4-8CDB-C8CD-F4B61B0D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88791B-A22E-2BDB-7A41-DBB33EF6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2C5D17-051A-3784-B724-859955D3A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28888-DBD4-444C-BAB1-4AFC53BB692B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92882-9953-33C6-8D96-81F1921CD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38EDFA-D7F7-462F-CDE7-6AE315266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87837-A96B-4565-B67C-D99E57D2D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72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40815E1-3908-53BD-3BB5-C760CD0490CA}"/>
              </a:ext>
            </a:extLst>
          </p:cNvPr>
          <p:cNvSpPr/>
          <p:nvPr/>
        </p:nvSpPr>
        <p:spPr>
          <a:xfrm>
            <a:off x="1077607" y="177800"/>
            <a:ext cx="10033000" cy="65151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3107C1-52D5-7D53-4880-3384DF890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1" t="12991" r="12991" b="12991"/>
          <a:stretch>
            <a:fillRect/>
          </a:stretch>
        </p:blipFill>
        <p:spPr>
          <a:xfrm>
            <a:off x="5220435" y="305398"/>
            <a:ext cx="1747344" cy="144770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569AEF7-38C1-CE0D-C362-3B7035928D63}"/>
              </a:ext>
            </a:extLst>
          </p:cNvPr>
          <p:cNvSpPr txBox="1"/>
          <p:nvPr/>
        </p:nvSpPr>
        <p:spPr>
          <a:xfrm>
            <a:off x="4119047" y="1624313"/>
            <a:ext cx="3950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latin typeface="72 Condensed" panose="020B0506030000000003" pitchFamily="34" charset="0"/>
                <a:ea typeface="Artifakt Element Heavy" panose="020B0B03050000020004" pitchFamily="34" charset="0"/>
                <a:cs typeface="72 Condensed" panose="020B0506030000000003" pitchFamily="34" charset="0"/>
              </a:rPr>
              <a:t>Tabla de Picado - </a:t>
            </a:r>
            <a:r>
              <a:rPr lang="en-US" sz="2800" noProof="0" dirty="0">
                <a:latin typeface="72 Condensed" panose="020B0506030000000003" pitchFamily="34" charset="0"/>
                <a:ea typeface="Artifakt Element Heavy" panose="020B0B03050000020004" pitchFamily="34" charset="0"/>
                <a:cs typeface="72 Condensed" panose="020B0506030000000003" pitchFamily="34" charset="0"/>
              </a:rPr>
              <a:t>Edge Grain</a:t>
            </a:r>
            <a:endParaRPr lang="es-MX" sz="2800" dirty="0">
              <a:latin typeface="72 Condensed" panose="020B0506030000000003" pitchFamily="34" charset="0"/>
              <a:ea typeface="Artifakt Element Heavy" panose="020B0B03050000020004" pitchFamily="34" charset="0"/>
              <a:cs typeface="72 Condensed" panose="020B05060300000000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6DCA4A-2AB3-3122-21AC-BA31D2C71B60}"/>
              </a:ext>
            </a:extLst>
          </p:cNvPr>
          <p:cNvSpPr txBox="1"/>
          <p:nvPr/>
        </p:nvSpPr>
        <p:spPr>
          <a:xfrm>
            <a:off x="1587485" y="2918039"/>
            <a:ext cx="623725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b="1" dirty="0"/>
              <a:t>Material:</a:t>
            </a:r>
            <a:r>
              <a:rPr lang="es-ES" dirty="0"/>
              <a:t> Encino y Tzalam seleccionados.</a:t>
            </a:r>
            <a:br>
              <a:rPr lang="es-ES" dirty="0"/>
            </a:br>
            <a:r>
              <a:rPr lang="es-ES" b="1" dirty="0"/>
              <a:t>Dimensiones:</a:t>
            </a:r>
            <a:r>
              <a:rPr lang="es-ES" dirty="0"/>
              <a:t> 35 × 25 cm · Grosor 1”.</a:t>
            </a:r>
            <a:br>
              <a:rPr lang="es-ES" dirty="0"/>
            </a:br>
            <a:r>
              <a:rPr lang="es-ES" b="1" dirty="0"/>
              <a:t>Diseño:</a:t>
            </a:r>
            <a:r>
              <a:rPr lang="es-ES" dirty="0"/>
              <a:t> Canal perimetral para jugos + perforación lateral para un agarre cómodo.</a:t>
            </a:r>
            <a:br>
              <a:rPr lang="es-ES" dirty="0"/>
            </a:br>
            <a:r>
              <a:rPr lang="es-ES" b="1" dirty="0"/>
              <a:t>Acabado:</a:t>
            </a:r>
            <a:r>
              <a:rPr lang="es-ES" dirty="0"/>
              <a:t> Aceite mineral grado alimentario y cera de abeja.</a:t>
            </a:r>
            <a:br>
              <a:rPr lang="es-ES" dirty="0"/>
            </a:br>
            <a:r>
              <a:rPr lang="es-ES" b="1" dirty="0"/>
              <a:t>Características:</a:t>
            </a:r>
            <a:r>
              <a:rPr lang="es-ES" dirty="0"/>
              <a:t> Gomas antideslizantes para mayor estabilidad.</a:t>
            </a:r>
          </a:p>
          <a:p>
            <a:pPr>
              <a:lnSpc>
                <a:spcPct val="150000"/>
              </a:lnSpc>
            </a:pPr>
            <a:r>
              <a:rPr lang="es-ES" dirty="0"/>
              <a:t>Hecha a mano en México.</a:t>
            </a:r>
            <a:endParaRPr lang="es-MX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F569C69-E949-9E0B-7584-D787CF336D45}"/>
              </a:ext>
            </a:extLst>
          </p:cNvPr>
          <p:cNvGrpSpPr/>
          <p:nvPr/>
        </p:nvGrpSpPr>
        <p:grpSpPr>
          <a:xfrm>
            <a:off x="4706114" y="6115123"/>
            <a:ext cx="1513400" cy="377286"/>
            <a:chOff x="4230461" y="6115115"/>
            <a:chExt cx="2021691" cy="50400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28EEB370-5B63-3C45-46B7-7BF32AAF16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461" y="6115115"/>
              <a:ext cx="503018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DC4964DA-CAD2-D9AF-03C5-582D347EE46A}"/>
                </a:ext>
              </a:extLst>
            </p:cNvPr>
            <p:cNvSpPr txBox="1"/>
            <p:nvPr/>
          </p:nvSpPr>
          <p:spPr>
            <a:xfrm>
              <a:off x="4733479" y="6115115"/>
              <a:ext cx="1518673" cy="452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dirty="0">
                  <a:latin typeface="72 Condensed" panose="020B0506030000000003" pitchFamily="34" charset="0"/>
                  <a:ea typeface="Artifakt Element Heavy" panose="020B0B03050000020004" pitchFamily="34" charset="0"/>
                  <a:cs typeface="72 Condensed" panose="020B0506030000000003" pitchFamily="34" charset="0"/>
                </a:rPr>
                <a:t>55-3702-7887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EFDB7D7-6E0F-5A12-ACF0-539F938522B1}"/>
              </a:ext>
            </a:extLst>
          </p:cNvPr>
          <p:cNvGrpSpPr/>
          <p:nvPr/>
        </p:nvGrpSpPr>
        <p:grpSpPr>
          <a:xfrm>
            <a:off x="1535142" y="6115123"/>
            <a:ext cx="1552953" cy="377286"/>
            <a:chOff x="395906" y="6115115"/>
            <a:chExt cx="2074527" cy="504000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CCAE6E87-77E4-C892-B579-B3CC1E9C72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712" t="19619" r="33712" b="19619"/>
            <a:stretch>
              <a:fillRect/>
            </a:stretch>
          </p:blipFill>
          <p:spPr bwMode="auto">
            <a:xfrm>
              <a:off x="395906" y="6115115"/>
              <a:ext cx="490021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669D2005-623D-58E2-8E59-279796C43970}"/>
                </a:ext>
              </a:extLst>
            </p:cNvPr>
            <p:cNvSpPr txBox="1"/>
            <p:nvPr/>
          </p:nvSpPr>
          <p:spPr>
            <a:xfrm>
              <a:off x="900368" y="6115115"/>
              <a:ext cx="1570065" cy="452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dirty="0">
                  <a:latin typeface="72 Condensed" panose="020B0506030000000003" pitchFamily="34" charset="0"/>
                  <a:ea typeface="Artifakt Element Heavy" panose="020B0B03050000020004" pitchFamily="34" charset="0"/>
                  <a:cs typeface="72 Condensed" panose="020B0506030000000003" pitchFamily="34" charset="0"/>
                </a:rPr>
                <a:t>CRJ muebles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D825BB6-22A0-2DA3-A320-492207760418}"/>
              </a:ext>
            </a:extLst>
          </p:cNvPr>
          <p:cNvGrpSpPr/>
          <p:nvPr/>
        </p:nvGrpSpPr>
        <p:grpSpPr>
          <a:xfrm>
            <a:off x="7986612" y="6115123"/>
            <a:ext cx="2577057" cy="377286"/>
            <a:chOff x="8271976" y="6115115"/>
            <a:chExt cx="3442586" cy="504000"/>
          </a:xfrm>
        </p:grpSpPr>
        <p:pic>
          <p:nvPicPr>
            <p:cNvPr id="1030" name="Picture 6" descr="Icono de Correo electrónico Generic Flat | Freepik">
              <a:extLst>
                <a:ext uri="{FF2B5EF4-FFF2-40B4-BE49-F238E27FC236}">
                  <a16:creationId xmlns:a16="http://schemas.microsoft.com/office/drawing/2014/main" id="{676F9F89-2BB4-F6A1-1BDE-6D6A220BCE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1976" y="6115115"/>
              <a:ext cx="504000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18EB4A79-018D-0C32-D027-F4D7A5604B36}"/>
                </a:ext>
              </a:extLst>
            </p:cNvPr>
            <p:cNvSpPr txBox="1"/>
            <p:nvPr/>
          </p:nvSpPr>
          <p:spPr>
            <a:xfrm>
              <a:off x="8788999" y="6115115"/>
              <a:ext cx="2925563" cy="452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dirty="0">
                  <a:latin typeface="72 Condensed" panose="020B0506030000000003" pitchFamily="34" charset="0"/>
                  <a:ea typeface="Artifakt Element Heavy" panose="020B0B03050000020004" pitchFamily="34" charset="0"/>
                  <a:cs typeface="72 Condensed" panose="020B0506030000000003" pitchFamily="34" charset="0"/>
                </a:rPr>
                <a:t>crj_muebles@outlook.com</a:t>
              </a:r>
            </a:p>
          </p:txBody>
        </p:sp>
      </p:grpSp>
      <p:pic>
        <p:nvPicPr>
          <p:cNvPr id="28" name="Imagen 27">
            <a:extLst>
              <a:ext uri="{FF2B5EF4-FFF2-40B4-BE49-F238E27FC236}">
                <a16:creationId xmlns:a16="http://schemas.microsoft.com/office/drawing/2014/main" id="{0D162019-F1C5-420E-6C1D-AA8553171C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130" y="712275"/>
            <a:ext cx="406717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4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D00B95-AD5D-8554-38E8-EBF9FE514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1626"/>
            <a:ext cx="2430778" cy="303847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AFB3D6-3494-DF57-BC7E-046748314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41" y="301626"/>
            <a:ext cx="2430778" cy="30384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64070CB-C8E8-E94A-B1AF-E46822448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82" y="301626"/>
            <a:ext cx="2430778" cy="30384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9660DA9-4EEE-410C-1697-39142D092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489326"/>
            <a:ext cx="2430778" cy="30384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51A5FD-9191-2A3C-2AA2-DCF22A3E9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41" y="3489326"/>
            <a:ext cx="2430778" cy="303847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ED362D8-47A9-9CE2-062B-BCF03C55B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82" y="3489326"/>
            <a:ext cx="2430778" cy="30384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870056F-7CF2-D3D7-0B32-0F4AD456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22" y="301626"/>
            <a:ext cx="2430778" cy="303847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10C0BF9-586A-F3D2-C1C2-52C7EA72A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22" y="3489326"/>
            <a:ext cx="2430778" cy="303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1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F84642B-D1B0-3616-195B-5D55A1175F0A}"/>
              </a:ext>
            </a:extLst>
          </p:cNvPr>
          <p:cNvSpPr txBox="1"/>
          <p:nvPr/>
        </p:nvSpPr>
        <p:spPr>
          <a:xfrm>
            <a:off x="246743" y="58846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Modo Ficha Técnica 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Ficha Técnica – Tabla de Picado Edge </a:t>
            </a:r>
            <a:r>
              <a:rPr lang="es-ES" b="1" dirty="0" err="1"/>
              <a:t>Grain</a:t>
            </a:r>
            <a:endParaRPr lang="es-ES" b="1" dirty="0"/>
          </a:p>
          <a:p>
            <a:pPr>
              <a:buNone/>
            </a:pPr>
            <a:r>
              <a:rPr lang="es-ES" b="1" dirty="0"/>
              <a:t>Madera:</a:t>
            </a:r>
            <a:br>
              <a:rPr lang="es-ES" dirty="0"/>
            </a:br>
            <a:r>
              <a:rPr lang="es-ES" dirty="0"/>
              <a:t>• Encino y Tzalam seleccionados</a:t>
            </a:r>
            <a:br>
              <a:rPr lang="es-ES" dirty="0"/>
            </a:br>
            <a:r>
              <a:rPr lang="es-ES" dirty="0"/>
              <a:t>• Ensamble tipo </a:t>
            </a:r>
            <a:r>
              <a:rPr lang="es-ES" i="1" dirty="0"/>
              <a:t>Edge </a:t>
            </a:r>
            <a:r>
              <a:rPr lang="es-ES" i="1" dirty="0" err="1"/>
              <a:t>Grain</a:t>
            </a:r>
            <a:r>
              <a:rPr lang="es-ES" dirty="0"/>
              <a:t> para mayor durabilidad</a:t>
            </a:r>
          </a:p>
          <a:p>
            <a:pPr>
              <a:buNone/>
            </a:pPr>
            <a:r>
              <a:rPr lang="es-ES" b="1" dirty="0"/>
              <a:t>Dimensiones:</a:t>
            </a:r>
            <a:br>
              <a:rPr lang="es-ES" dirty="0"/>
            </a:br>
            <a:r>
              <a:rPr lang="es-ES" dirty="0"/>
              <a:t>• Largo: 35 cm</a:t>
            </a:r>
            <a:br>
              <a:rPr lang="es-ES" dirty="0"/>
            </a:br>
            <a:r>
              <a:rPr lang="es-ES" dirty="0"/>
              <a:t>• Ancho: 25 cm</a:t>
            </a:r>
            <a:br>
              <a:rPr lang="es-ES" dirty="0"/>
            </a:br>
            <a:r>
              <a:rPr lang="es-ES" dirty="0"/>
              <a:t>• Grosor: 1” (2.54 cm)</a:t>
            </a:r>
          </a:p>
          <a:p>
            <a:pPr>
              <a:buNone/>
            </a:pPr>
            <a:r>
              <a:rPr lang="es-ES" b="1" dirty="0"/>
              <a:t>Diseño:</a:t>
            </a:r>
            <a:br>
              <a:rPr lang="es-ES" dirty="0"/>
            </a:br>
            <a:r>
              <a:rPr lang="es-ES" dirty="0"/>
              <a:t>• Canal perimetral recolector de jugos</a:t>
            </a:r>
            <a:br>
              <a:rPr lang="es-ES" dirty="0"/>
            </a:br>
            <a:r>
              <a:rPr lang="es-ES" dirty="0"/>
              <a:t>• Perforación lateral para mejor agarre</a:t>
            </a:r>
            <a:br>
              <a:rPr lang="es-ES" dirty="0"/>
            </a:br>
            <a:r>
              <a:rPr lang="es-ES" dirty="0"/>
              <a:t>• Bordes suavizados a mano</a:t>
            </a:r>
          </a:p>
          <a:p>
            <a:pPr>
              <a:buNone/>
            </a:pPr>
            <a:r>
              <a:rPr lang="es-ES" b="1" dirty="0"/>
              <a:t>Acabado:</a:t>
            </a:r>
            <a:br>
              <a:rPr lang="es-ES" dirty="0"/>
            </a:br>
            <a:r>
              <a:rPr lang="es-ES" dirty="0"/>
              <a:t>• Aceite mineral grado alimentario</a:t>
            </a:r>
            <a:br>
              <a:rPr lang="es-ES" dirty="0"/>
            </a:br>
            <a:r>
              <a:rPr lang="es-ES" dirty="0"/>
              <a:t>• Sellado final con cera de abeja natural</a:t>
            </a:r>
          </a:p>
          <a:p>
            <a:pPr>
              <a:buNone/>
            </a:pPr>
            <a:r>
              <a:rPr lang="es-ES" b="1" dirty="0"/>
              <a:t>Características adicionales:</a:t>
            </a:r>
            <a:br>
              <a:rPr lang="es-ES" dirty="0"/>
            </a:br>
            <a:r>
              <a:rPr lang="es-ES" dirty="0"/>
              <a:t>• Gomas antideslizantes</a:t>
            </a:r>
            <a:br>
              <a:rPr lang="es-ES" dirty="0"/>
            </a:br>
            <a:r>
              <a:rPr lang="es-ES" dirty="0"/>
              <a:t>• Resistencia elevada a humedad y deformación</a:t>
            </a:r>
            <a:br>
              <a:rPr lang="es-ES" dirty="0"/>
            </a:br>
            <a:r>
              <a:rPr lang="es-ES" dirty="0"/>
              <a:t>• Fácil mantenimiento</a:t>
            </a:r>
          </a:p>
          <a:p>
            <a:pPr>
              <a:buNone/>
            </a:pPr>
            <a:r>
              <a:rPr lang="es-ES" b="1" dirty="0"/>
              <a:t>Fabricación:</a:t>
            </a:r>
            <a:br>
              <a:rPr lang="es-ES" dirty="0"/>
            </a:br>
            <a:r>
              <a:rPr lang="es-ES" dirty="0"/>
              <a:t>• Elaborada artesanalmente en México</a:t>
            </a:r>
            <a:br>
              <a:rPr lang="es-ES" dirty="0"/>
            </a:br>
            <a:r>
              <a:rPr lang="es-ES" dirty="0"/>
              <a:t>• Selección de vetas y control de calidad por pieza</a:t>
            </a:r>
          </a:p>
        </p:txBody>
      </p:sp>
    </p:spTree>
    <p:extLst>
      <p:ext uri="{BB962C8B-B14F-4D97-AF65-F5344CB8AC3E}">
        <p14:creationId xmlns:p14="http://schemas.microsoft.com/office/powerpoint/2010/main" val="63661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79AF0BB-9525-CCB6-3614-B02C5EB4EBE3}"/>
              </a:ext>
            </a:extLst>
          </p:cNvPr>
          <p:cNvSpPr txBox="1"/>
          <p:nvPr/>
        </p:nvSpPr>
        <p:spPr>
          <a:xfrm>
            <a:off x="734785" y="91197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Modo Redes (Instagram / Facebook – atractivo y vendible)</a:t>
            </a:r>
          </a:p>
          <a:p>
            <a:pPr>
              <a:buNone/>
            </a:pPr>
            <a:endParaRPr lang="es-MX" b="1" dirty="0"/>
          </a:p>
          <a:p>
            <a:pPr>
              <a:buNone/>
            </a:pPr>
            <a:r>
              <a:rPr lang="es-MX" b="1" dirty="0"/>
              <a:t>✨ Tabla de Picado Edge </a:t>
            </a:r>
            <a:r>
              <a:rPr lang="es-MX" b="1" dirty="0" err="1"/>
              <a:t>Grain</a:t>
            </a:r>
            <a:r>
              <a:rPr lang="es-MX" b="1" dirty="0"/>
              <a:t> – Encino &amp; Tzalam ✨</a:t>
            </a:r>
          </a:p>
          <a:p>
            <a:pPr>
              <a:buNone/>
            </a:pPr>
            <a:r>
              <a:rPr lang="es-MX" dirty="0"/>
              <a:t>✔ </a:t>
            </a:r>
            <a:r>
              <a:rPr lang="es-MX" b="1" dirty="0"/>
              <a:t>Maderas premium:</a:t>
            </a:r>
            <a:r>
              <a:rPr lang="es-MX" dirty="0"/>
              <a:t> Encino + Tzalam seleccionados</a:t>
            </a:r>
            <a:br>
              <a:rPr lang="es-MX" dirty="0"/>
            </a:br>
            <a:r>
              <a:rPr lang="es-MX" dirty="0"/>
              <a:t>✔ </a:t>
            </a:r>
            <a:r>
              <a:rPr lang="es-MX" b="1" dirty="0"/>
              <a:t>Medidas:</a:t>
            </a:r>
            <a:r>
              <a:rPr lang="es-MX" dirty="0"/>
              <a:t> 35 × 25 cm · Grosor 1”</a:t>
            </a:r>
            <a:br>
              <a:rPr lang="es-MX" dirty="0"/>
            </a:br>
            <a:r>
              <a:rPr lang="es-MX" dirty="0"/>
              <a:t>✔ </a:t>
            </a:r>
            <a:r>
              <a:rPr lang="es-MX" b="1" dirty="0"/>
              <a:t>Funcional:</a:t>
            </a:r>
            <a:r>
              <a:rPr lang="es-MX" dirty="0"/>
              <a:t> Canal para jugos + agarre lateral</a:t>
            </a:r>
            <a:br>
              <a:rPr lang="es-MX" dirty="0"/>
            </a:br>
            <a:r>
              <a:rPr lang="es-MX" dirty="0"/>
              <a:t>✔ </a:t>
            </a:r>
            <a:r>
              <a:rPr lang="es-MX" b="1" dirty="0"/>
              <a:t>Acabado pro:</a:t>
            </a:r>
            <a:r>
              <a:rPr lang="es-MX" dirty="0"/>
              <a:t> Aceite mineral grado alimentario + cera de abeja</a:t>
            </a:r>
            <a:br>
              <a:rPr lang="es-MX" dirty="0"/>
            </a:br>
            <a:r>
              <a:rPr lang="es-MX" dirty="0"/>
              <a:t>✔ </a:t>
            </a:r>
            <a:r>
              <a:rPr lang="es-MX" b="1" dirty="0"/>
              <a:t>Segura:</a:t>
            </a:r>
            <a:r>
              <a:rPr lang="es-MX" dirty="0"/>
              <a:t> Gomas antideslizantes para máximo control</a:t>
            </a:r>
            <a:br>
              <a:rPr lang="es-MX" dirty="0"/>
            </a:br>
            <a:r>
              <a:rPr lang="es-MX" dirty="0"/>
              <a:t>🇲🇽 </a:t>
            </a:r>
            <a:r>
              <a:rPr lang="es-MX" b="1" dirty="0"/>
              <a:t>Hecha a mano en México</a:t>
            </a:r>
            <a:endParaRPr lang="es-MX" dirty="0"/>
          </a:p>
          <a:p>
            <a:pPr>
              <a:buNone/>
            </a:pPr>
            <a:r>
              <a:rPr lang="es-MX" dirty="0"/>
              <a:t>📩 Pedidos por DM</a:t>
            </a:r>
            <a:br>
              <a:rPr lang="es-MX" dirty="0"/>
            </a:br>
            <a:r>
              <a:rPr lang="es-MX" dirty="0"/>
              <a:t>📲 WhatsApp: 55-3702-7887</a:t>
            </a:r>
          </a:p>
        </p:txBody>
      </p:sp>
    </p:spTree>
    <p:extLst>
      <p:ext uri="{BB962C8B-B14F-4D97-AF65-F5344CB8AC3E}">
        <p14:creationId xmlns:p14="http://schemas.microsoft.com/office/powerpoint/2010/main" val="397644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2391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295</Words>
  <Application>Microsoft Office PowerPoint</Application>
  <PresentationFormat>Panorámica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72 Condensed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Antonio Rojas Suarez</dc:creator>
  <cp:lastModifiedBy>Cristian Antonio Rojas Suarez</cp:lastModifiedBy>
  <cp:revision>6</cp:revision>
  <dcterms:created xsi:type="dcterms:W3CDTF">2025-11-18T14:49:18Z</dcterms:created>
  <dcterms:modified xsi:type="dcterms:W3CDTF">2025-11-26T14:02:23Z</dcterms:modified>
</cp:coreProperties>
</file>